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1: О чём этот проект?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1c-vector-search</a:t>
            </a:r>
            <a:r>
              <a:t> — это инструмент для </a:t>
            </a:r>
            <a:r>
              <a:t>умного поиска</a:t>
            </a:r>
            <a:r>
              <a:t> по коду и метаданным конфигураций 1С (ЗУП, УТ, ERP и др.).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Ищет не по точному совпадению слов, а по </a:t>
            </a:r>
            <a:r>
              <a:t>смыслу</a:t>
            </a:r>
            <a:r>
              <a:t> запроса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Работает локально (ChromaDB + SQLite), без Docker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Интегрируется с Cursor через MCP (Model Context Protocol)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Пример:</a:t>
            </a:r>
            <a:r>
              <a:t> запрос «проведение документа реализации» найдёт соответствующие процедуры, даже если в коде нет этих точных слов.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2: Что такое модель?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Модель</a:t>
            </a:r>
            <a:r>
              <a:t> — это программа, обученная на большом объёме текста, которая «понимает» язык.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Модель эмбеддингов</a:t>
            </a:r>
            <a:r>
              <a:t> — специальная модель, которая превращает текст в числовой вектор (набор чисел)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Похожие по смыслу тексты дают похожие векторы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В проекте можно использовать: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Удалённый API</a:t>
            </a:r>
            <a:r>
              <a:t> (LM Studio, LocalAI, OpenAI-совместимый)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Локальную модель</a:t>
            </a:r>
            <a:r>
              <a:t> (sentence-transformers)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Аналогия:</a:t>
            </a:r>
            <a:r>
              <a:t> модель — как переводчик, который переводит текст на «язык чисел», понятный компьютеру для сравнения.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3: Что такое вектор?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Вектор</a:t>
            </a:r>
            <a:r>
              <a:t> — упорядоченный набор чисел, как координаты точки в пространстве.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В 2D: [3, 4] — точка на плоскости (x=3, y=4)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В 3D: [1, 2, 3] — точка в пространстве (x=1, y=2, z=3)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В эмбеддингах: вектор из 768 или 4096 чисел — «координаты» в многомерном пространстве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Главное правило:</a:t>
            </a:r>
            <a:r>
              <a:t> чем ближе две точки (векторы), тем ближе по смыслу то, что они представляют.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Простой пример:</a:t>
            </a:r>
            <a: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Точка A [1, 1] и точка B [1, 2] — близко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Точка A [1, 1] и точка C [10, 10] — далеко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Компьютер умеет считать «расстояние» между векторами и находить самые близкие.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4: Что такое эмбеддинг (embedding)?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Эмбеддинг</a:t>
            </a:r>
            <a:r>
              <a:t> — это превращение текста в вектор с помощью модели.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Что делает:</a:t>
            </a:r>
            <a:r>
              <a:t> берёт любой текст (фразу, код, описание) и выдаёт набор чисел — вектор. Похожие по смыслу тексты дают близкие векторы.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Простой пример:</a:t>
            </a:r>
            <a: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/>
            </a:pPr>
            <a:r>
              <a:t>Текст | Вектор (упрощённо)
«Проведение документа» | [0.12, -0.34, 0.56, …]
«Запись документа в базу» | [0.11, -0.33, 0.55, …]
«Погода сегодня» | [-0.89, 0.21, -0.44, …]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Первые два вектора близки → смысл близок (оба про документы). Третий далеко → другой смысл.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Зачем:</a:t>
            </a:r>
            <a:r>
              <a:t> поиск «похожего» без точного совпадения слов. Запрос «проведение реализации» найдёт код про проведение документа, даже если там нет слова «реализация».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5: Что такое семантический поиск?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Семантический поиск</a:t>
            </a:r>
            <a:r>
              <a:t> — поиск по смыслу, а не по точному совпадению слов.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Для чего:</a:t>
            </a:r>
            <a:r>
              <a:t> найти релевантные фрагменты, даже если формулировки отличаются. Обычный поиск «проведение» не найдёт «ЗаписатьДокумент»; семантический — найдёт, потому что смысл близок.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Связь с векторными моделями:</a:t>
            </a:r>
            <a:r>
              <a:t> текст (запрос и документы) превращают в векторы через модель эмбеддингов. Поиск = поиск ближайших векторов в пространстве. Чем ближе векторы, тем релевантнее результат. Без векторных моделей семантический поиск невозможен.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Схема:</a:t>
            </a:r>
            <a:r>
              <a:t> Запрос → эмбеддинг → вектор запроса → сравнение с векторами в БД → топ-N самых близких.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6: Векторы и графы — в чём разница, зачем оба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Что такое граф?</a:t>
            </a:r>
            <a:r>
              <a:t> Структура из </a:t>
            </a:r>
            <a:r>
              <a:t>узлов</a:t>
            </a:r>
            <a:r>
              <a:t> (объекты: справочник, документ, процедура) и </a:t>
            </a:r>
            <a:r>
              <a:t>рёбер</a:t>
            </a:r>
            <a:r>
              <a:t> (связи: «А ссылается на Б», «А вызывает метод Б»). Граф хранит явные связи, а не «похожесть по смыслу».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Как применяются в проекте:</a:t>
            </a:r>
            <a:r>
              <a:t> векторная БД (ChromaDB) и граф (SQLite) — </a:t>
            </a:r>
            <a:r>
              <a:t>разные хранилища</a:t>
            </a:r>
            <a:r>
              <a:t>. Векторы — для семантического поиска по коду и метаданным. Граф — для зависимостей: кто на кого ссылается, что что вызывает.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Векторы vs графы:</a:t>
            </a:r>
            <a: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/>
            </a:pPr>
            <a:r>
              <a:t>Векторы | Графы
Поиск по смыслу («найди похожее») | Поиск по связям («кто использует», «на что ссылается»)
Хранятся в ChromaDB | Хранятся в SQLite
Нужна модель эмбеддингов | Нужен парсер кода и метаданных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Зачем оба:</a:t>
            </a:r>
            <a:r>
              <a:t> векторы находят релевантный код по запросу; граф показывает цепочки вызовов и зависимости. Вместе — полная картина: и «что похоже», и «как связано».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7: Что такое токены?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Токен</a:t>
            </a:r>
            <a:r>
              <a:t> — это минимальная единица текста для модели.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Не всегда = одно слово: может быть часть слова, знак препинания, пробел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Для русского/BSL: примерно </a:t>
            </a:r>
            <a:r>
              <a:t>2 символа ≈ 1 токен</a:t>
            </a:r>
            <a: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У каждой модели есть </a:t>
            </a:r>
            <a:r>
              <a:t>лимит токенов</a:t>
            </a:r>
            <a:r>
              <a:t> (контекстное окно)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Пример:</a:t>
            </a:r>
            <a:r>
              <a:t> фраза «Процедура Проведение()» — примерно 5–8 токенов.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Зачем важно:</a:t>
            </a:r>
            <a:r>
              <a:t> модель не может обработать текст длиннее своего лимита, поэтому длинные тексты обрезают или делят на части.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8: Что такое чанки (chunks)?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Чанк</a:t>
            </a:r>
            <a:r>
              <a:t> — это кусок текста фиксированного размера, на который делится код для индексации.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Код 1С разбивается на части (чанки), чтобы каждая помещалась в модель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Между соседними чанками делают </a:t>
            </a:r>
            <a:r>
              <a:t>нахлёст</a:t>
            </a:r>
            <a:r>
              <a:t> (overlap)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Что такое нахлёст?</a:t>
            </a:r>
            <a:r>
              <a:t> Это общая часть текста между соседними чанками — следующий чанк начинается не с «чистой» границы, а чуть раньше, захватывая конец предыдущего. </a:t>
            </a:r>
            <a:r>
              <a:t>Зачем:</a:t>
            </a:r>
            <a:r>
              <a:t> если важная мысль или логика оказалась на стыке двух чанков, без нахлёста она может «разрезаться» и потерять смысл. С нахлёстом эта часть попадёт в оба чанка целиком, и поиск её найдёт.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Пример:</a:t>
            </a:r>
            <a: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Чанк 1: строки 1–50 кода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Чанк 2: строки 40–90 (нахлёст 10 строк)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Чанк 3: строки 80–130 и т.д.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Зачем:</a:t>
            </a:r>
            <a:r>
              <a:t> при поиске «проведение документа» система найдёт нужный чанк и покажет соответствующий фрагмент кода.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9: Основные параметры — модель и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Модели:</a:t>
            </a:r>
            <a:r>
              <a:t> мультиязычные (русский, BSL), для семантического поиска. Локально (sentence-transformers) или через API (LM Studio, LocalAI). Примеры: nomic — 100+ языков; paraphrase-multilingual — 50+ языков, лёгкая.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Размерность:</a:t>
            </a:r>
            <a:r>
              <a:t> задаётся моделью. 768 — компромисс качества и затрат; 4096 — больше точность, больше памяти; 384 — быстрее.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/>
            </a:pPr>
            <a:r>
              <a:t>Параметр | Что это | Пример
</a:t>
            </a:r>
            <a:r>
              <a:t>EMBEDDING_MODEL</a:t>
            </a:r>
            <a:r>
              <a:t> | Имя модели эмбеддингов | `nomic-embed-text-v2-moe` или `paraphrase-multilingual-MiniLM-L12-v2`
</a:t>
            </a:r>
            <a:r>
              <a:t>EMBEDDING_API_BASE</a:t>
            </a:r>
            <a:r>
              <a:t> | URL API (LM Studio, LocalAI и т.п.). Пусто = локальная модель | `http://192.168.0.1:1234/v1`
</a:t>
            </a:r>
            <a:r>
              <a:t>EMBEDDING_DIMENSION</a:t>
            </a:r>
            <a:r>
              <a:t> | Размерность вектора (зависит от модели) | `768` (nomic), `384` (MiniLM), `4096` (Qwen3)
</a:t>
            </a:r>
            <a:r>
              <a:t>EMBEDDING_API_KEY</a:t>
            </a:r>
            <a:r>
              <a:t> | Ключ API. Для локальных серверов часто `dummy` | `dummy`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10: Параметры токенов и чанков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/>
            </a:pPr>
            <a:r>
              <a:t>Параметр | Что это | Рекомендация
</a:t>
            </a:r>
            <a:r>
              <a:t>EMBEDDING_MAX_TOKENS</a:t>
            </a:r>
            <a:r>
              <a:t> | Макс. токенов на вход модели. Если задан — автоматически считается макс. символов (×2) | `512` для nomic
</a:t>
            </a:r>
            <a:r>
              <a:t>CHUNK_MAX_TOKENS</a:t>
            </a:r>
            <a:r>
              <a:t> | Макс. токенов в одном чанке кода | `512` (~1024 символов)
</a:t>
            </a:r>
            <a:r>
              <a:t>CHUNK_OVERLAP_TOKENS</a:t>
            </a:r>
            <a:r>
              <a:t> | Нахлёст между чанками в токенах | `100` (по умолчанию)
</a:t>
            </a:r>
            <a:r>
              <a:t>CHUNK_MAX_CHARS</a:t>
            </a:r>
            <a:r>
              <a:t> | Альтернатива: макс. символов в чанке | Если не задан CHUNK_MAX_TOKENS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Коэффициент:</a:t>
            </a:r>
            <a:r>
              <a:t> для BSL/русского ≈ </a:t>
            </a:r>
            <a:r>
              <a:t>2 символа = 1 токен</a:t>
            </a:r>
            <a: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11: Пример настроек для nomic-embed-text-v2-moe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Почему nomic подходит для 1С:</a:t>
            </a:r>
            <a:r>
              <a:t> мультиязычная (100+ языков, русский, BSL), хорошее качество семантического поиска, 512 токенов — хватает для типичных чанков кода, открытая модель (можно запускать локально).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/>
            </a:r>
            <a:r>
              <a:t>Требования к ПК:</a:t>
            </a:r>
            <a:r>
              <a:t> ~475M параметров, файл модели ~2 ГБ. RAM: минимум 4–8 ГБ свободной памяти. Работает на CPU (через LM Studio, GGUF); GPU не обязателен, но ускоряет индексацию.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latin typeface="Consolas"/>
              </a:defRPr>
            </a:pPr>
            <a:r>
              <a:t>EMBEDDING_API_BASE=http://192.168.0.1:1234/v1</a:t>
            </a:r>
            <a:br/>
            <a:r>
              <a:t>EMBEDDING_MODEL=text-embedding-nomic-embed-text-v2-moe</a:t>
            </a:r>
            <a:br/>
            <a:r>
              <a:t>EMBEDDING_DIMENSION=768</a:t>
            </a:r>
            <a:br/>
            <a:r>
              <a:t>EMBEDDING_MAX_TOKENS=512</a:t>
            </a:r>
            <a:br/>
            <a:r>
              <a:t>CHUNK_MAX_TOKENS=512</a:t>
            </a:r>
            <a:br/>
            <a:r>
              <a:t>CHUNK_OVERLAP_TOKENS=100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Context Length модели: 512 токенов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Чанки по 512 токенов (~1024 символов)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/>
            </a:pPr>
            <a:r>
              <a:t>Нахлёст 100 токенов для сохранения контекста на стыках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12: Пути и хранилища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/>
            </a:pPr>
            <a:r>
              <a:t>Параметр | Что это | Пример
</a:t>
            </a:r>
            <a:r>
              <a:t>CONFIG_PATH</a:t>
            </a:r>
            <a:r>
              <a:t> | Путь к выгрузке конфигурации 1С (где лежит `Configuration.xml`) | `C:\1C\Config\ZUP`
</a:t>
            </a:r>
            <a:r>
              <a:t>VECTORDB_PATH</a:t>
            </a:r>
            <a:r>
              <a:t> | Папка векторной БД (ChromaDB) | `projects/Vector/vectordb`
</a:t>
            </a:r>
            <a:r>
              <a:t>GRAPHDB_PATH</a:t>
            </a:r>
            <a:r>
              <a:t> | Файл графа зависимостей (SQLite) | `projects/Vector/graphdb/graph.db`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13: Что умеет система?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/>
            </a:pPr>
            <a:r>
              <a:t>Инструмент | Назначение
</a:t>
            </a:r>
            <a:r>
              <a:t>search_1c_code</a:t>
            </a:r>
            <a:r>
              <a:t> | Поиск процедур и функций по описанию на естественном языке
</a:t>
            </a:r>
            <a:r>
              <a:t>search_1c_metadata</a:t>
            </a:r>
            <a:r>
              <a:t> | Поиск справочников, документов, регистров по названию/описанию
</a:t>
            </a:r>
            <a:r>
              <a:t>search_1c_forms</a:t>
            </a:r>
            <a:r>
              <a:t> | Поиск форм по описанию
</a:t>
            </a:r>
            <a:r>
              <a:t>find_1c_method_usage</a:t>
            </a:r>
            <a:r>
              <a:t> | Где вызывается указанный метод
</a:t>
            </a:r>
            <a:r>
              <a:t>search_by_object_name</a:t>
            </a:r>
            <a:r>
              <a:t> | Полная информация об объекте
</a:t>
            </a:r>
            <a:r>
              <a:t>graph_dependencies</a:t>
            </a:r>
            <a:r>
              <a:t> | Кто ссылается на объект
</a:t>
            </a:r>
            <a:r>
              <a:t>graph_references</a:t>
            </a:r>
            <a:r>
              <a:t> | На что ссылается объект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/>
            </a:pPr>
            <a:r>
              <a:t>Слайд 14: Как это работает (схема)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900">
                <a:latin typeface="Consolas"/>
              </a:defRPr>
            </a:pPr>
            <a:r>
              <a:t>1. ВЕКТОРЫ (ChromaDB):</a:t>
            </a:r>
            <a:br/>
            <a:r>
              <a:t>   Индексация: Код 1С → чанки → модель → векторы → ChromaDB</a:t>
            </a:r>
            <a:br/>
            <a:r>
              <a:t>   Поиск: Запрос → эмбеддинг → сравнение с ChromaDB → топ-N похожих</a:t>
            </a:r>
            <a:br/>
            <a:br/>
            <a:r>
              <a:t>2. ГРАФ (SQLite):</a:t>
            </a:r>
            <a:br/>
            <a:r>
              <a:t>   Индексация: Метаданные и код → парсер → узлы и рёбра (кто на кого ссылается)</a:t>
            </a:r>
            <a:br/>
            <a:r>
              <a:t>   Поиск: graph_dependencies, graph_references — обход связей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